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657600" cy="2743200"/>
          </a:xfrm>
          <a:prstGeom prst="roundRect">
            <a:avLst>
              <a:gd name="adj" fmla="val 7000"/>
            </a:avLst>
          </a:prstGeom>
          <a:gradFill flip="none" rotWithShape="1">
            <a:gsLst>
              <a:gs pos="0">
                <a:srgbClr val="00F0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1"/>
          </a:gradFill>
          <a:ln w="12700">
            <a:solidFill>
              <a:srgbClr val="1F293D">
                <a:alpha val="40000"/>
              </a:srgbClr>
            </a:solidFill>
          </a:ln>
          <a:effectLst>
            <a:outerShdw blurRad="203200" dist="508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slow" p14:dur="8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