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D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2880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  <p:transition xmlns:p14="http://schemas.microsoft.com/office/powerpoint/2010/main" spd="slow" p14:dur="8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