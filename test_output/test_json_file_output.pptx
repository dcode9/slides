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4114800" cy="4114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25E38"/>
            </a:solidFill>
          </a:ln>
          <a:effectLst>
            <a:outerShdw blurRad="304800" dist="0" dir="5400000" algn="ctr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hero_title"/>
          <p:cNvSpPr txBox="1"/>
          <p:nvPr/>
        </p:nvSpPr>
        <p:spPr>
          <a:xfrm>
            <a:off x="822960" y="16459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4400" b="1">
                <a:solidFill>
                  <a:srgbClr val="18181B"/>
                </a:solidFill>
                <a:latin typeface="Georgia"/>
              </a:defRPr>
            </a:pPr>
            <a:r>
              <a:t>Editorial Presentation</a:t>
            </a:r>
          </a:p>
        </p:txBody>
      </p:sp>
      <p:sp>
        <p:nvSpPr>
          <p:cNvPr id="4" name="!!hero_subtitle"/>
          <p:cNvSpPr txBox="1"/>
          <p:nvPr/>
        </p:nvSpPr>
        <p:spPr>
          <a:xfrm>
            <a:off x="822960" y="320040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57534E"/>
                </a:solidFill>
                <a:latin typeface="Calibri"/>
              </a:defRPr>
            </a:pPr>
            <a:r>
              <a:t>Curated museum aesthetic.</a:t>
            </a:r>
          </a:p>
        </p:txBody>
      </p:sp>
    </p:spTree>
  </p:cSld>
  <p:clrMapOvr>
    <a:masterClrMapping/>
  </p:clrMapOvr>
  <p:transition xmlns:p14="http://schemas.microsoft.com/office/powerpoint/2010/main" spd="slow" p14:dur="125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