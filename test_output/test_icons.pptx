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94944" y="1609344"/>
            <a:ext cx="1170432" cy="1170432"/>
          </a:xfrm>
          <a:prstGeom prst="ellipse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2000"/>
                </a:moveTo>
                <a:cubicBezTo>
                  <a:pt x="12000" y="22000"/>
                  <a:pt x="20000" y="18000"/>
                  <a:pt x="20000" y="12000"/>
                </a:cubicBezTo>
                <a:lnTo>
                  <a:pt x="20000" y="5000"/>
                </a:lnTo>
                <a:lnTo>
                  <a:pt x="12000" y="2000"/>
                </a:lnTo>
                <a:lnTo>
                  <a:pt x="4000" y="5000"/>
                </a:lnTo>
                <a:lnTo>
                  <a:pt x="4000" y="12000"/>
                </a:lnTo>
                <a:cubicBezTo>
                  <a:pt x="4000" y="18000"/>
                  <a:pt x="12000" y="22000"/>
                  <a:pt x="12000" y="22000"/>
                </a:cubicBez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23744" y="1609344"/>
            <a:ext cx="1170432" cy="1170432"/>
          </a:xfrm>
          <a:prstGeom prst="ellipse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82880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9500" y="2000"/>
                </a:moveTo>
                <a:cubicBezTo>
                  <a:pt x="10881" y="2000"/>
                  <a:pt x="12000" y="3119"/>
                  <a:pt x="12000" y="4500"/>
                </a:cubicBezTo>
                <a:lnTo>
                  <a:pt x="12000" y="19500"/>
                </a:lnTo>
                <a:cubicBezTo>
                  <a:pt x="11997" y="20793"/>
                  <a:pt x="11009" y="21871"/>
                  <a:pt x="9721" y="21985"/>
                </a:cubicBezTo>
                <a:cubicBezTo>
                  <a:pt x="8433" y="22099"/>
                  <a:pt x="7270" y="21212"/>
                  <a:pt x="7040" y="19940"/>
                </a:cubicBezTo>
                <a:cubicBezTo>
                  <a:pt x="6188" y="20130"/>
                  <a:pt x="5299" y="19861"/>
                  <a:pt x="4694" y="19232"/>
                </a:cubicBezTo>
                <a:cubicBezTo>
                  <a:pt x="4089" y="18603"/>
                  <a:pt x="3857" y="17704"/>
                  <a:pt x="4080" y="16860"/>
                </a:cubicBezTo>
                <a:cubicBezTo>
                  <a:pt x="2903" y="16482"/>
                  <a:pt x="2078" y="15420"/>
                  <a:pt x="2003" y="14186"/>
                </a:cubicBezTo>
                <a:cubicBezTo>
                  <a:pt x="1928" y="12952"/>
                  <a:pt x="2617" y="11798"/>
                  <a:pt x="3740" y="11280"/>
                </a:cubicBezTo>
                <a:cubicBezTo>
                  <a:pt x="3075" y="10623"/>
                  <a:pt x="2832" y="9651"/>
                  <a:pt x="3110" y="8758"/>
                </a:cubicBezTo>
                <a:cubicBezTo>
                  <a:pt x="3388" y="7866"/>
                  <a:pt x="4140" y="7203"/>
                  <a:pt x="5060" y="7040"/>
                </a:cubicBezTo>
                <a:cubicBezTo>
                  <a:pt x="3668" y="5814"/>
                  <a:pt x="3534" y="3692"/>
                  <a:pt x="4760" y="2300"/>
                </a:cubicBezTo>
                <a:cubicBezTo>
                  <a:pt x="5986" y="908"/>
                  <a:pt x="8108" y="774"/>
                  <a:pt x="9500" y="2000"/>
                </a:cubicBezTo>
                <a:close/>
                <a:moveTo>
                  <a:pt x="14500" y="2000"/>
                </a:moveTo>
                <a:cubicBezTo>
                  <a:pt x="13119" y="2000"/>
                  <a:pt x="12000" y="3119"/>
                  <a:pt x="12000" y="4500"/>
                </a:cubicBezTo>
                <a:lnTo>
                  <a:pt x="12000" y="19500"/>
                </a:lnTo>
                <a:cubicBezTo>
                  <a:pt x="12003" y="20793"/>
                  <a:pt x="12991" y="21871"/>
                  <a:pt x="14279" y="21985"/>
                </a:cubicBezTo>
                <a:cubicBezTo>
                  <a:pt x="15567" y="22099"/>
                  <a:pt x="16730" y="21212"/>
                  <a:pt x="16960" y="19940"/>
                </a:cubicBezTo>
                <a:cubicBezTo>
                  <a:pt x="17812" y="20130"/>
                  <a:pt x="18701" y="19861"/>
                  <a:pt x="19306" y="19232"/>
                </a:cubicBezTo>
                <a:cubicBezTo>
                  <a:pt x="19911" y="18603"/>
                  <a:pt x="20143" y="17704"/>
                  <a:pt x="19920" y="16860"/>
                </a:cubicBezTo>
                <a:cubicBezTo>
                  <a:pt x="21097" y="16482"/>
                  <a:pt x="21922" y="15420"/>
                  <a:pt x="21997" y="14186"/>
                </a:cubicBezTo>
                <a:cubicBezTo>
                  <a:pt x="22072" y="12952"/>
                  <a:pt x="21383" y="11798"/>
                  <a:pt x="20260" y="11280"/>
                </a:cubicBezTo>
                <a:cubicBezTo>
                  <a:pt x="20925" y="10623"/>
                  <a:pt x="21168" y="9651"/>
                  <a:pt x="20890" y="8758"/>
                </a:cubicBezTo>
                <a:cubicBezTo>
                  <a:pt x="20612" y="7866"/>
                  <a:pt x="19860" y="7203"/>
                  <a:pt x="18940" y="7040"/>
                </a:cubicBezTo>
                <a:cubicBezTo>
                  <a:pt x="20332" y="5814"/>
                  <a:pt x="20466" y="3692"/>
                  <a:pt x="19240" y="2300"/>
                </a:cubicBezTo>
                <a:cubicBezTo>
                  <a:pt x="18014" y="908"/>
                  <a:pt x="15892" y="774"/>
                  <a:pt x="14500" y="2000"/>
                </a:cubicBez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52544" y="1609344"/>
            <a:ext cx="1170432" cy="1170432"/>
          </a:xfrm>
          <a:prstGeom prst="ellipse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82880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3000" y="2000"/>
                </a:moveTo>
                <a:lnTo>
                  <a:pt x="3000" y="14000"/>
                </a:lnTo>
                <a:lnTo>
                  <a:pt x="12000" y="14000"/>
                </a:lnTo>
                <a:lnTo>
                  <a:pt x="11000" y="22000"/>
                </a:lnTo>
                <a:lnTo>
                  <a:pt x="21000" y="10000"/>
                </a:lnTo>
                <a:lnTo>
                  <a:pt x="12000" y="10000"/>
                </a:lnTo>
                <a:lnTo>
                  <a:pt x="13000" y="2000"/>
                </a:ln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81344" y="1609344"/>
            <a:ext cx="1170432" cy="1170432"/>
          </a:xfrm>
          <a:prstGeom prst="ellipse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3000"/>
                </a:moveTo>
                <a:cubicBezTo>
                  <a:pt x="16970" y="3000"/>
                  <a:pt x="21000" y="4340"/>
                  <a:pt x="21000" y="6000"/>
                </a:cubicBezTo>
                <a:lnTo>
                  <a:pt x="21000" y="18000"/>
                </a:lnTo>
                <a:cubicBezTo>
                  <a:pt x="21000" y="19660"/>
                  <a:pt x="16970" y="21000"/>
                  <a:pt x="12000" y="21000"/>
                </a:cubicBezTo>
                <a:cubicBezTo>
                  <a:pt x="7030" y="21000"/>
                  <a:pt x="3000" y="19660"/>
                  <a:pt x="3000" y="18000"/>
                </a:cubicBezTo>
                <a:lnTo>
                  <a:pt x="3000" y="6000"/>
                </a:lnTo>
                <a:cubicBezTo>
                  <a:pt x="3000" y="4340"/>
                  <a:pt x="7030" y="3000"/>
                  <a:pt x="12000" y="3000"/>
                </a:cubicBezTo>
                <a:close/>
                <a:moveTo>
                  <a:pt x="3000" y="12000"/>
                </a:moveTo>
                <a:cubicBezTo>
                  <a:pt x="3000" y="13660"/>
                  <a:pt x="7030" y="15000"/>
                  <a:pt x="12000" y="15000"/>
                </a:cubicBezTo>
                <a:cubicBezTo>
                  <a:pt x="16970" y="15000"/>
                  <a:pt x="21000" y="13660"/>
                  <a:pt x="21000" y="12000"/>
                </a:cubicBezTo>
                <a:moveTo>
                  <a:pt x="3000" y="7000"/>
                </a:moveTo>
                <a:cubicBezTo>
                  <a:pt x="3000" y="8660"/>
                  <a:pt x="7030" y="10000"/>
                  <a:pt x="12000" y="10000"/>
                </a:cubicBezTo>
                <a:cubicBezTo>
                  <a:pt x="16970" y="10000"/>
                  <a:pt x="21000" y="8660"/>
                  <a:pt x="21000" y="7000"/>
                </a:cubicBez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10144" y="1609344"/>
            <a:ext cx="1170432" cy="1170432"/>
          </a:xfrm>
          <a:prstGeom prst="ellipse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82880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close/>
                <a:moveTo>
                  <a:pt x="12000" y="15000"/>
                </a:moveTo>
                <a:lnTo>
                  <a:pt x="9000" y="12000"/>
                </a:ln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8950" y="13000"/>
                </a:cubicBezTo>
                <a:cubicBezTo>
                  <a:pt x="17701" y="13793"/>
                  <a:pt x="16379" y="14463"/>
                  <a:pt x="15000" y="15000"/>
                </a:cubicBezTo>
                <a:close/>
                <a:moveTo>
                  <a:pt x="9000" y="18000"/>
                </a:moveTo>
                <a:lnTo>
                  <a:pt x="12000" y="21000"/>
                </a:lnTo>
                <a:moveTo>
                  <a:pt x="5000" y="9000"/>
                </a:moveTo>
                <a:lnTo>
                  <a:pt x="8000" y="12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slow" p14:dur="8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