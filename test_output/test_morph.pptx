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p:transition xmlns:p14="http://schemas.microsoft.com/office/powerpoint/2010/main" spd="slow" p14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