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kkim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  <a:ln w="12700">
            <a:solidFill>
              <a:srgbClr val="00F0FF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slow" p14: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